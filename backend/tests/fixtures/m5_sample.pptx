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M5_PPTX_NOTES_TOKEN_b48f01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M5_PPTX_FIXTURE_TOKEN_3c7a82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